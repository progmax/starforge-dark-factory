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5437d31aa94ddd" /><Relationship Type="http://schemas.openxmlformats.org/officeDocument/2006/relationships/extended-properties" Target="/docProps/app.xml" Id="R8f9819955d7d4d81" /><Relationship Type="http://schemas.openxmlformats.org/officeDocument/2006/relationships/officeDocument" Target="/ppt/presentation.xml" Id="R6498862f7a2441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0741ee4b3146c8"/>
  </p:sldMasterIdLst>
  <p:notesMasterIdLst>
    <p:notesMasterId xmlns:r="http://schemas.openxmlformats.org/officeDocument/2006/relationships" r:id="Rd13c857aad21409e"/>
  </p:notesMasterIdLst>
  <p:sldIdLst>
    <p:sldId xmlns:r="http://schemas.openxmlformats.org/officeDocument/2006/relationships" id="256" r:id="Rc10cc7e184524c38"/>
    <p:sldId xmlns:r="http://schemas.openxmlformats.org/officeDocument/2006/relationships" id="257" r:id="R7bee3928b520425d"/>
    <p:sldId xmlns:r="http://schemas.openxmlformats.org/officeDocument/2006/relationships" id="258" r:id="Rbf1fb31ddcff480e"/>
    <p:sldId xmlns:r="http://schemas.openxmlformats.org/officeDocument/2006/relationships" id="259" r:id="R53d6907d07fa415d"/>
    <p:sldId xmlns:r="http://schemas.openxmlformats.org/officeDocument/2006/relationships" id="260" r:id="Re2b0cc8e69214e20"/>
    <p:sldId xmlns:r="http://schemas.openxmlformats.org/officeDocument/2006/relationships" id="261" r:id="R7d5c16ae8c424df1"/>
    <p:sldId xmlns:r="http://schemas.openxmlformats.org/officeDocument/2006/relationships" id="262" r:id="Rd7bdd59036e84472"/>
    <p:sldId xmlns:r="http://schemas.openxmlformats.org/officeDocument/2006/relationships" id="263" r:id="R129b1cadbc4f49fc"/>
    <p:sldId xmlns:r="http://schemas.openxmlformats.org/officeDocument/2006/relationships" id="264" r:id="R471f867874d544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5f20d608474e43" /><Relationship Type="http://schemas.openxmlformats.org/officeDocument/2006/relationships/slideMaster" Target="/ppt/slideMasters/slideMaster1.xml" Id="R6d0741ee4b3146c8" /><Relationship Type="http://schemas.openxmlformats.org/officeDocument/2006/relationships/notesMaster" Target="/ppt/notesMasters/notesMaster1.xml" Id="Rd13c857aad21409e" /><Relationship Type="http://schemas.openxmlformats.org/officeDocument/2006/relationships/presProps" Target="/ppt/presProps.xml" Id="Rf6f114eefd8f4fe7" /><Relationship Type="http://schemas.openxmlformats.org/officeDocument/2006/relationships/tableStyles" Target="/ppt/tableStyles.xml" Id="Rf666fb9c2cec4ce9" /><Relationship Type="http://schemas.openxmlformats.org/officeDocument/2006/relationships/slide" Target="/ppt/slides/slide1.xml" Id="Rc10cc7e184524c38" /><Relationship Type="http://schemas.openxmlformats.org/officeDocument/2006/relationships/slide" Target="/ppt/slides/slide2.xml" Id="R7bee3928b520425d" /><Relationship Type="http://schemas.openxmlformats.org/officeDocument/2006/relationships/slide" Target="/ppt/slides/slide3.xml" Id="Rbf1fb31ddcff480e" /><Relationship Type="http://schemas.openxmlformats.org/officeDocument/2006/relationships/slide" Target="/ppt/slides/slide4.xml" Id="R53d6907d07fa415d" /><Relationship Type="http://schemas.openxmlformats.org/officeDocument/2006/relationships/slide" Target="/ppt/slides/slide5.xml" Id="Re2b0cc8e69214e20" /><Relationship Type="http://schemas.openxmlformats.org/officeDocument/2006/relationships/slide" Target="/ppt/slides/slide6.xml" Id="R7d5c16ae8c424df1" /><Relationship Type="http://schemas.openxmlformats.org/officeDocument/2006/relationships/slide" Target="/ppt/slides/slide7.xml" Id="Rd7bdd59036e84472" /><Relationship Type="http://schemas.openxmlformats.org/officeDocument/2006/relationships/slide" Target="/ppt/slides/slide8.xml" Id="R129b1cadbc4f49fc" /><Relationship Type="http://schemas.openxmlformats.org/officeDocument/2006/relationships/slide" Target="/ppt/slides/slide9.xml" Id="R471f867874d544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e67183a3044a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3c300604924395" /><Relationship Type="http://schemas.openxmlformats.org/officeDocument/2006/relationships/notesMaster" Target="/ppt/notesMasters/notesMaster1.xml" Id="Ra25ca856b5914b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f2cce9b9fc4989" /><Relationship Type="http://schemas.openxmlformats.org/officeDocument/2006/relationships/notesMaster" Target="/ppt/notesMasters/notesMaster1.xml" Id="Rfa650925fbd74d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fe53408c6d4a5a" /><Relationship Type="http://schemas.openxmlformats.org/officeDocument/2006/relationships/notesMaster" Target="/ppt/notesMasters/notesMaster1.xml" Id="R42706a918397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3295eb58945e0" /><Relationship Type="http://schemas.openxmlformats.org/officeDocument/2006/relationships/notesMaster" Target="/ppt/notesMasters/notesMaster1.xml" Id="Rd751015c011e4e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e50ab357f4cab" /><Relationship Type="http://schemas.openxmlformats.org/officeDocument/2006/relationships/notesMaster" Target="/ppt/notesMasters/notesMaster1.xml" Id="R68e80460c9c6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b9e87cb3ec4b40" /><Relationship Type="http://schemas.openxmlformats.org/officeDocument/2006/relationships/notesMaster" Target="/ppt/notesMasters/notesMaster1.xml" Id="Rbd8e5f2201a748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9d2fe7620e49c1" /><Relationship Type="http://schemas.openxmlformats.org/officeDocument/2006/relationships/notesMaster" Target="/ppt/notesMasters/notesMaster1.xml" Id="Rc003a7c4418b47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127fca1c464b07" /><Relationship Type="http://schemas.openxmlformats.org/officeDocument/2006/relationships/notesMaster" Target="/ppt/notesMasters/notesMaster1.xml" Id="R1d4c91c230c946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86f13ae6b143b0" /><Relationship Type="http://schemas.openxmlformats.org/officeDocument/2006/relationships/notesMaster" Target="/ppt/notesMasters/notesMaster1.xml" Id="Ra09adcad155143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illustration generated with the built-in imagegen tool. This image is not a recording or photograph of an agent run. Team dashboard: https://lablab.ai/ai-hackathons/wearedevelopers-hackathon/starforge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registered BAND seats run Codex / gpt-6.1-sol. All four identities and reciprocal messages were verified during preparation. Source: clean FACTORY.md and the genuine room export.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Clean room615b6e94-4717-404e-ba86-05015a1a0092. Full export457events, one human message. Producta8805bf4dc2297e0953ea4a5979fcd85c98b95b4; audit52b50da43a750452ed44fb9ab118c9576428a475. Source: room.json, FACTORY.md and accepted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product revisions28b55ab6,0655f50e,4edb95b4 remain preserved with unmodified REJECT reports. The accepted repair is a8805bf4. No tests weakened or old counts relabeled. Source: evidence/STAGE1-OUTCOME.md and three VERDICT.md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Accepted exact paira8805bf4/52b50da4. Independent suite32methods198subtests, longest1.290244s. Two reset loads100/100pass, maxima6.635834/6.617504s. Login/import probes all50logins/all50imports pass, maxima0.746269/0.749048s. Startup0.590353/0.559161s. Source: accepted VERDICT.md. Private judging suites are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Stage1 Python stdlib threaded HTTP/scrypt service, product authored by Clean Builder. All5 retry paths and source-removal recovery7accounts observed. Only Stage1 completed in this submission snapshot; stages2–4 not claimed. Source: stage-1/RUN.md, accepted evidence and https://github.com/band-ai/dark-factory-wearedevs/blob/803560d2a678ace1414465c098eb0ab5380ffade/docs/participant-guide.md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HTTP responses collected inside a separate container built from accepted source a8805bf4. The captured JSON is API-DEMO.json. It includes no bearer tokens. This is a demo of synthetic accounts after acceptance, not another factory run or browser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Unmodified screenshot of the clean submitted room and Coordinator final ACCEPT after Verifier acceptance. Full room.json is the authoritative evidence. Captured after completion; no live build or invented conflict is depicted.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generic mandates actual Codex/gpt-6.1-sol. Coordinator/Auditor medium; Builder/Verifier high. Three workspace-write; privileged Verifier is not OS isolation. roomactivityoff. Preparation runs and OpenCode test room excluded. Evidence covers finite schedules and exact accepted revisions. Public package https://github.com/progmax/starforge-dark-factory.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0fb6febb34c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87405727d94fc0" /><Relationship Type="http://schemas.openxmlformats.org/officeDocument/2006/relationships/slideLayout" Target="/ppt/slideLayouts/slideLayout1.xml" Id="R2787eb4084ca46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7eb4084ca46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deab207c40d3" /><Relationship Type="http://schemas.openxmlformats.org/officeDocument/2006/relationships/image" Target="/ppt/media/image.png" Id="R24c3a7f5f3474951" /><Relationship Type="http://schemas.openxmlformats.org/officeDocument/2006/relationships/notesSlide" Target="/ppt/notesSlides/notesSlide1.xml" Id="R8a8ca4f7cd3e41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991ba5ced4fa6" /><Relationship Type="http://schemas.openxmlformats.org/officeDocument/2006/relationships/notesSlide" Target="/ppt/notesSlides/notesSlide2.xml" Id="R1ec9c60b12964d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e548458d9458b" /><Relationship Type="http://schemas.openxmlformats.org/officeDocument/2006/relationships/notesSlide" Target="/ppt/notesSlides/notesSlide3.xml" Id="Rde779fd3458f45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d6dcb32e4ff1" /><Relationship Type="http://schemas.openxmlformats.org/officeDocument/2006/relationships/notesSlide" Target="/ppt/notesSlides/notesSlide4.xml" Id="R6be70da40bc349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d3a235b4c4b44" /><Relationship Type="http://schemas.openxmlformats.org/officeDocument/2006/relationships/notesSlide" Target="/ppt/notesSlides/notesSlide5.xml" Id="R76a7d5e2623246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68d2157184973" /><Relationship Type="http://schemas.openxmlformats.org/officeDocument/2006/relationships/notesSlide" Target="/ppt/notesSlides/notesSlide6.xml" Id="R978cd410d7c249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686a1a5694ca9" /><Relationship Type="http://schemas.openxmlformats.org/officeDocument/2006/relationships/notesSlide" Target="/ppt/notesSlides/notesSlide7.xml" Id="Rc86b4eadcf9c4b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7bae1582a4205" /><Relationship Type="http://schemas.openxmlformats.org/officeDocument/2006/relationships/image" Target="/ppt/media/image.jpeg" Id="Rfbe2154529964422" /><Relationship Type="http://schemas.openxmlformats.org/officeDocument/2006/relationships/notesSlide" Target="/ppt/notesSlides/notesSlide8.xml" Id="Rbba43bde18d5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f0c7b61304add" /><Relationship Type="http://schemas.openxmlformats.org/officeDocument/2006/relationships/notesSlide" Target="/ppt/notesSlides/notesSlide9.xml" Id="Re743be001ff543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3a7f5f347495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8CFBF-12F2-45D5-B75F-85785404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538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Starforge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51F28-CBE9-424C-BA20-E2C447A6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Pocketful · Stage 1 accepted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6C78-CB8D-44B7-9001-16026B4B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WeAreDevelopers × BAND</a:t>
            </a:r>
          </a:p>
          <a:p xmlns:a="http://schemas.openxmlformats.org/drawingml/2006/main">
            <a:pPr>
              <a:defRPr sz="187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Solo team: progmax</a:t>
            </a:r>
          </a:p>
        </p:txBody>
      </p:sp>
    </p:spTree>
    <p:extLst>
      <p:ext uri="{BB962C8B-B14F-4D97-AF65-F5344CB8AC3E}">
        <p14:creationId xmlns:p14="http://schemas.microsoft.com/office/powerpoint/2010/main" val="1002577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5F570-0DF2-4DCC-84A8-2DB84A64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Four coding seats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45290-4340-4337-AEEE-25EE56CE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Codex / gpt-6.1-sol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0668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78105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A7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Seat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A7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Ownership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 Coordinator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Plans and routes complete handoffs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 Auditor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Freezes independent requirements and tests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Clean Builder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Writes product source and deployment files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Verifier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Checks clean clones and accepts exact commits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990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A4595-8862-47FF-947B-6F62238A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One task, independent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44D47-FC08-48D2-87A8-B3437606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One complete human task in a fresh BAND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The Auditor freezes tests before Builder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The Builder owns product code; Verifier runs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Full task and spec travel with every handoff.</a:t>
            </a:r>
          </a:p>
        </p:txBody>
      </p:sp>
    </p:spTree>
    <p:extLst>
      <p:ext uri="{BB962C8B-B14F-4D97-AF65-F5344CB8AC3E}">
        <p14:creationId xmlns:p14="http://schemas.microsoft.com/office/powerpoint/2010/main" val="372715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4AB0C-E227-45B9-8B56-3A537DA1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Three real rejections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E346D-9838-4913-85A1-225CEEB2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Wrong JSON reset types and atomic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Concurrent reset work delayed health responses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Logins timed out during unchanged-state imports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Agents reviewed and repaired each in new commits.</a:t>
            </a:r>
          </a:p>
        </p:txBody>
      </p:sp>
    </p:spTree>
    <p:extLst>
      <p:ext uri="{BB962C8B-B14F-4D97-AF65-F5344CB8AC3E}">
        <p14:creationId xmlns:p14="http://schemas.microsoft.com/office/powerpoint/2010/main" val="11217547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E38FB-2544-436D-93BB-3F40D269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Stage 1 verification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874EF-884E-4953-9354-7443C5E2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147 / 147 published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198 independent subtests · 6,051 HTTP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85 requirements rows · 12 inspection obligations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Offline containers · 2 CPU · 2 GiB · alternate ports</a:t>
            </a:r>
          </a:p>
        </p:txBody>
      </p:sp>
    </p:spTree>
    <p:extLst>
      <p:ext uri="{BB962C8B-B14F-4D97-AF65-F5344CB8AC3E}">
        <p14:creationId xmlns:p14="http://schemas.microsoft.com/office/powerpoint/2010/main" val="1657758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7F375-976B-429B-8DE3-B8AD0E74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Delivered service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85C38-76D4-4CFA-B989-59890132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Wallet balances, payments, requests and bill splits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Idempotent retries and atomic net settlements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Portable state recovery after source removal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Stage 1 is an HTTP API; no browser UI is shipped.</a:t>
            </a:r>
          </a:p>
        </p:txBody>
      </p:sp>
    </p:spTree>
    <p:extLst>
      <p:ext uri="{BB962C8B-B14F-4D97-AF65-F5344CB8AC3E}">
        <p14:creationId xmlns:p14="http://schemas.microsoft.com/office/powerpoint/2010/main" val="18206621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9F370-C77B-4EA3-8A9A-20BA6F58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Actual API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3A1BA-349C-44E6-BE58-4C389A6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€15.00 payment · one debit across an identical retry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2190750"/>
          <a:ext xmlns:a="http://schemas.openxmlformats.org/drawingml/2006/main" cx="10668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334250"/>
              </a:tblGrid>
              <a:tr h="6953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A7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E9A75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response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Initial balance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10,000 minor units (€100.00)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First payment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201 · new receipt · 1,500 minor units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Identical retry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200 · original receipt unchanged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Balance after retry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F5F1E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8,500 minor units (€85.00)</a:t>
                      </a:r>
                    </a:p>
                  </a:txBody>
                  <a:tcPr marL="91440" marR="91440" marT="45720" marB="45720">
                    <a:solidFill>
                      <a:srgbClr val="181A1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39343-C10E-42A0-B102-CBDA518D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674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Stage 1 delivers an HTTP API. These are recorded service responses.</a:t>
            </a:r>
          </a:p>
        </p:txBody>
      </p:sp>
    </p:spTree>
    <p:extLst>
      <p:ext uri="{BB962C8B-B14F-4D97-AF65-F5344CB8AC3E}">
        <p14:creationId xmlns:p14="http://schemas.microsoft.com/office/powerpoint/2010/main" val="9029287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C5F02-4959-4F92-8912-5D99C48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Actual BAND final outcome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2154529964422"/>
          <a:stretch xmlns:a="http://schemas.openxmlformats.org/drawingml/2006/main"/>
        </p:blipFill>
        <p:spPr>
          <a:xfrm xmlns:a="http://schemas.openxmlformats.org/drawingml/2006/main">
            <a:off x="2803031" y="1476375"/>
            <a:ext cx="6585937" cy="447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8E3FC-44B4-4703-90A3-B7307DDD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34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E9A75A"/>
                </a:solidFill>
                <a:latin typeface="Helvetica Neue"/>
                <a:ea typeface="Helvetica Neue"/>
                <a:cs typeface="Helvetica Neue"/>
              </a:rPr>
              <a:t>Full room export: 457 events · one human task · four coding seats</a:t>
            </a:r>
          </a:p>
        </p:txBody>
      </p:sp>
    </p:spTree>
    <p:extLst>
      <p:ext uri="{BB962C8B-B14F-4D97-AF65-F5344CB8AC3E}">
        <p14:creationId xmlns:p14="http://schemas.microsoft.com/office/powerpoint/2010/main" val="11852260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1A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91B18-A093-4564-9F89-2E301EB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Reusable package and measured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2BB53-F642-4F4B-AD9B-04DD21A1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72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Generic mandates + FACTORY + complete agent history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Three original rejections and frozen independent audit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About 2 h 13 m through final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5F1E8"/>
                </a:solidFill>
                <a:latin typeface="Helvetica Neue"/>
                <a:ea typeface="Helvetica Neue"/>
                <a:cs typeface="Helvetica Neue"/>
              </a:rPr>
              <a:t>Billing unknown · private judging tests unavailable</a:t>
            </a:r>
          </a:p>
        </p:txBody>
      </p:sp>
    </p:spTree>
    <p:extLst>
      <p:ext uri="{BB962C8B-B14F-4D97-AF65-F5344CB8AC3E}">
        <p14:creationId xmlns:p14="http://schemas.microsoft.com/office/powerpoint/2010/main" val="1345524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2026-10-05T23:20:50.3000000Z</dcterms:created>
  <dcterms:modified xsi:type="dcterms:W3CDTF">2026-10-05T23:20:50.3000000Z</dcterms:modified>
</coreProperties>
</file>